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3DCF4-3966-8042-AF80-497716AFA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97257-C546-FEA7-2C1C-D0A344F84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EB2EC-870D-7347-02EF-FD6C31812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0BF1-6C9B-6E43-98FD-048AF82A1A0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6FDF2-8BC6-4EF1-C006-F4E61C12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CC8D3-26C5-E879-694A-FC48F8CF3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03C5-E538-914A-A169-7BC4AFDC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07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365-7B2B-9109-2E0D-CC7FE7B6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D6C8E-CB8D-D7B1-C632-0F1BE9A9E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780A3-EF92-375B-9148-893BAA5A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0BF1-6C9B-6E43-98FD-048AF82A1A0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584C9-2042-3574-4BAE-B860F3458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4D745-D8DF-DBCC-7C66-D0523D63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03C5-E538-914A-A169-7BC4AFDC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86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D4C69-9E19-90EE-C439-3F06259BC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5972D-69DB-27F5-0906-B42D9C74A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28BE8-6000-4FA0-33A1-E2BC95018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0BF1-6C9B-6E43-98FD-048AF82A1A0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12E5F-4A7D-D56D-C0D8-4E9C7A7BB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6A9A2-D6E7-5469-D8BB-D2002D630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03C5-E538-914A-A169-7BC4AFDC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7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20E5C-824A-32C4-313C-9BC5D8801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0FF95-B56C-1D0E-4406-7411703670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FFFE7-4ACA-751E-66C3-C77FCE891F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4710E-A89F-26DE-A57A-56EE1AB41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0BF1-6C9B-6E43-98FD-048AF82A1A0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2C1A3-6B4B-F914-1C86-F77A62EC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F952F-21CA-6F90-7FF6-39BEFC282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03C5-E538-914A-A169-7BC4AFDC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48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264B-C513-5B39-A256-EDD151BFA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B4198-C308-F0EF-D783-9A9D4C11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177D3-557B-35C0-1112-B0D6B8843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7EE9E-8BC7-4FFD-828C-E9C815E7B7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3031A-1804-7507-A6BE-C7248AD31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F4A9FA-CCB5-6CB3-771F-CEBB55152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0BF1-6C9B-6E43-98FD-048AF82A1A0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09F814-85CD-74E5-7CE9-6F7A4693D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2FCFBA-90AA-CA55-2DFB-A7C25B00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03C5-E538-914A-A169-7BC4AFDC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87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44F1D-1436-6199-0007-074F15D8C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0B4EF-6763-8A3B-F1BC-E5D1D0D48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0BF1-6C9B-6E43-98FD-048AF82A1A0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3F326-AA67-A767-1171-6AE0B7186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1373C-517D-499E-BD3F-A923A97C9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03C5-E538-914A-A169-7BC4AFDC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08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9C35D9-B767-DFCC-C726-3D04144B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0BF1-6C9B-6E43-98FD-048AF82A1A0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5F2483-864E-CCB8-4054-A96D3751A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92CEE-91CC-753E-E15D-340027A1A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03C5-E538-914A-A169-7BC4AFDC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9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0C1A-1E26-39E9-11EA-E95FEE481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FDB72-B7D5-595B-6EB5-FCC2E5C48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25A11-C585-71F1-642E-ED1E65EDE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B6770-8190-CC19-8A01-D09D9D6E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0BF1-6C9B-6E43-98FD-048AF82A1A0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91B0D-2DD7-5480-B8C6-8F989A64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12866-B0DA-8257-FB6E-6DFFC557F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03C5-E538-914A-A169-7BC4AFDC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50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CAD90-12D8-99E9-2667-D72812135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159DB7-7242-639A-CE15-E0FA1CC67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BF57B-48AF-915C-7BEA-3A351724D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BB3BF-4F30-4793-980B-10206CCB5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0BF1-6C9B-6E43-98FD-048AF82A1A0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9F0CB-7ACA-77ED-F62D-3F8C6D996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36B80-52FB-F85D-D3E6-215103CAC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03C5-E538-914A-A169-7BC4AFDC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46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86943-1936-70E3-297D-F9F6DBE42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A86AB-B740-9E45-7416-AE9755A7D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9A812-E441-FF9F-DEF6-F43B696F2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0BF1-6C9B-6E43-98FD-048AF82A1A0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1B001-2CB8-F7B5-01EE-5B6B779A1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E7F84-8AD0-08C1-7C91-FA5A6882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03C5-E538-914A-A169-7BC4AFDC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2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5FCDCF-EA73-BD07-5FA9-1C7320D21B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05BB42-04F3-168C-7BD2-BA130D706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B53F1-07CC-800F-6EF0-F345D033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0BF1-6C9B-6E43-98FD-048AF82A1A0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28C03-B137-6378-611E-59157C695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15C06-7BDB-AEF1-C78C-BF08B7117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703C5-E538-914A-A169-7BC4AFDC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83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95E6DD-DA7C-DB4B-0A2D-E8B010C33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EFA5F-9328-164D-C1CE-0DE972DA3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CF781-0A84-603B-3643-F1644D562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80BF1-6C9B-6E43-98FD-048AF82A1A09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F2258-6217-19D0-F015-F42DFB84D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75292-9CA8-DADC-9589-6FB22E99F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703C5-E538-914A-A169-7BC4AFDC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62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FF1751-D994-3702-7AC3-6D0569ED0516}"/>
              </a:ext>
            </a:extLst>
          </p:cNvPr>
          <p:cNvSpPr/>
          <p:nvPr/>
        </p:nvSpPr>
        <p:spPr>
          <a:xfrm>
            <a:off x="244540" y="754911"/>
            <a:ext cx="3955311" cy="517805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59F051-7FEF-83A2-A8B2-A2A5B48DAF1A}"/>
              </a:ext>
            </a:extLst>
          </p:cNvPr>
          <p:cNvSpPr/>
          <p:nvPr/>
        </p:nvSpPr>
        <p:spPr>
          <a:xfrm>
            <a:off x="1236914" y="1543039"/>
            <a:ext cx="2527003" cy="316341"/>
          </a:xfrm>
          <a:prstGeom prst="rect">
            <a:avLst/>
          </a:prstGeom>
          <a:solidFill>
            <a:srgbClr val="FFFF00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A388DB-F9FB-8BD0-EC47-EBCA7D0AF8C9}"/>
              </a:ext>
            </a:extLst>
          </p:cNvPr>
          <p:cNvSpPr/>
          <p:nvPr/>
        </p:nvSpPr>
        <p:spPr>
          <a:xfrm>
            <a:off x="563523" y="2701983"/>
            <a:ext cx="1052626" cy="316341"/>
          </a:xfrm>
          <a:prstGeom prst="rect">
            <a:avLst/>
          </a:prstGeom>
          <a:solidFill>
            <a:srgbClr val="00B0F0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A89D72-A92E-95B3-AE8C-4DF14FE914A3}"/>
              </a:ext>
            </a:extLst>
          </p:cNvPr>
          <p:cNvSpPr/>
          <p:nvPr/>
        </p:nvSpPr>
        <p:spPr>
          <a:xfrm>
            <a:off x="2062709" y="3790046"/>
            <a:ext cx="1701208" cy="316341"/>
          </a:xfrm>
          <a:prstGeom prst="rect">
            <a:avLst/>
          </a:prstGeom>
          <a:solidFill>
            <a:srgbClr val="FF0000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368189-AF52-FDFE-3DDD-1D96A99170BF}"/>
              </a:ext>
            </a:extLst>
          </p:cNvPr>
          <p:cNvSpPr/>
          <p:nvPr/>
        </p:nvSpPr>
        <p:spPr>
          <a:xfrm>
            <a:off x="520987" y="4293320"/>
            <a:ext cx="1701208" cy="316341"/>
          </a:xfrm>
          <a:prstGeom prst="rect">
            <a:avLst/>
          </a:prstGeom>
          <a:solidFill>
            <a:srgbClr val="FF0000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E1282-CD4C-C6A7-D729-5F180DAD4EEA}"/>
              </a:ext>
            </a:extLst>
          </p:cNvPr>
          <p:cNvSpPr/>
          <p:nvPr/>
        </p:nvSpPr>
        <p:spPr>
          <a:xfrm>
            <a:off x="5394247" y="1585569"/>
            <a:ext cx="1704751" cy="316341"/>
          </a:xfrm>
          <a:prstGeom prst="rect">
            <a:avLst/>
          </a:prstGeom>
          <a:solidFill>
            <a:srgbClr val="FFFF00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0DABD-FC08-5042-7B73-89439C1868C5}"/>
              </a:ext>
            </a:extLst>
          </p:cNvPr>
          <p:cNvSpPr/>
          <p:nvPr/>
        </p:nvSpPr>
        <p:spPr>
          <a:xfrm>
            <a:off x="5394247" y="2850843"/>
            <a:ext cx="1704751" cy="316341"/>
          </a:xfrm>
          <a:prstGeom prst="rect">
            <a:avLst/>
          </a:prstGeom>
          <a:solidFill>
            <a:srgbClr val="00B0F0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23F6E8-21E4-B3B7-CE04-09BD51FD9B37}"/>
              </a:ext>
            </a:extLst>
          </p:cNvPr>
          <p:cNvSpPr/>
          <p:nvPr/>
        </p:nvSpPr>
        <p:spPr>
          <a:xfrm>
            <a:off x="5394246" y="4275604"/>
            <a:ext cx="1704751" cy="316341"/>
          </a:xfrm>
          <a:prstGeom prst="rect">
            <a:avLst/>
          </a:prstGeom>
          <a:solidFill>
            <a:srgbClr val="FF0000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ED169F-0E24-16AE-F0F5-ECE70DA7185E}"/>
              </a:ext>
            </a:extLst>
          </p:cNvPr>
          <p:cNvSpPr txBox="1"/>
          <p:nvPr/>
        </p:nvSpPr>
        <p:spPr>
          <a:xfrm>
            <a:off x="244540" y="255181"/>
            <a:ext cx="3955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Stage 1: </a:t>
            </a:r>
            <a:r>
              <a:rPr lang="en-US" dirty="0" err="1"/>
              <a:t>Recognise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9CDCBC-796F-8B36-1F99-D1F8CE25B9CE}"/>
              </a:ext>
            </a:extLst>
          </p:cNvPr>
          <p:cNvSpPr txBox="1"/>
          <p:nvPr/>
        </p:nvSpPr>
        <p:spPr>
          <a:xfrm>
            <a:off x="4199851" y="255181"/>
            <a:ext cx="3955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Stage 2: Encode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3D0B89-0C03-5D97-BB1B-929184FE6BDF}"/>
              </a:ext>
            </a:extLst>
          </p:cNvPr>
          <p:cNvSpPr txBox="1"/>
          <p:nvPr/>
        </p:nvSpPr>
        <p:spPr>
          <a:xfrm>
            <a:off x="8155162" y="255181"/>
            <a:ext cx="3955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Stage 3: Select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55E48D-2AB6-43B4-7FE1-C7A2400B14E9}"/>
              </a:ext>
            </a:extLst>
          </p:cNvPr>
          <p:cNvSpPr/>
          <p:nvPr/>
        </p:nvSpPr>
        <p:spPr>
          <a:xfrm>
            <a:off x="9225513" y="1585569"/>
            <a:ext cx="1704751" cy="316341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B8FDD4-60C7-62BB-A1B4-3D908BC1E23B}"/>
              </a:ext>
            </a:extLst>
          </p:cNvPr>
          <p:cNvSpPr/>
          <p:nvPr/>
        </p:nvSpPr>
        <p:spPr>
          <a:xfrm>
            <a:off x="9225513" y="2850843"/>
            <a:ext cx="1704751" cy="316341"/>
          </a:xfrm>
          <a:prstGeom prst="rect">
            <a:avLst/>
          </a:prstGeom>
          <a:solidFill>
            <a:srgbClr val="00B0F0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5564D1-8103-77A9-B2B4-9F8D389B14A8}"/>
              </a:ext>
            </a:extLst>
          </p:cNvPr>
          <p:cNvSpPr/>
          <p:nvPr/>
        </p:nvSpPr>
        <p:spPr>
          <a:xfrm>
            <a:off x="9225512" y="4275604"/>
            <a:ext cx="1704751" cy="316341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083A072-5DB9-9BF9-7806-BFF6CFD20CA5}"/>
              </a:ext>
            </a:extLst>
          </p:cNvPr>
          <p:cNvCxnSpPr>
            <a:cxnSpLocks/>
          </p:cNvCxnSpPr>
          <p:nvPr/>
        </p:nvCxnSpPr>
        <p:spPr>
          <a:xfrm>
            <a:off x="563522" y="2523461"/>
            <a:ext cx="320039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22857BF-255E-F214-13A0-70F399DCF949}"/>
              </a:ext>
            </a:extLst>
          </p:cNvPr>
          <p:cNvCxnSpPr>
            <a:cxnSpLocks/>
          </p:cNvCxnSpPr>
          <p:nvPr/>
        </p:nvCxnSpPr>
        <p:spPr>
          <a:xfrm>
            <a:off x="563522" y="2208028"/>
            <a:ext cx="320039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0F7E13A-7168-DD2E-FCE6-91345F3AB569}"/>
              </a:ext>
            </a:extLst>
          </p:cNvPr>
          <p:cNvCxnSpPr>
            <a:cxnSpLocks/>
          </p:cNvCxnSpPr>
          <p:nvPr/>
        </p:nvCxnSpPr>
        <p:spPr>
          <a:xfrm>
            <a:off x="563522" y="3264192"/>
            <a:ext cx="320039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B76C05B-9DE5-3124-6584-A71C73F23F64}"/>
              </a:ext>
            </a:extLst>
          </p:cNvPr>
          <p:cNvCxnSpPr>
            <a:cxnSpLocks/>
          </p:cNvCxnSpPr>
          <p:nvPr/>
        </p:nvCxnSpPr>
        <p:spPr>
          <a:xfrm>
            <a:off x="563522" y="3565447"/>
            <a:ext cx="320039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D6F2FE-C344-5EA0-FC95-CD1CC532B1EF}"/>
              </a:ext>
            </a:extLst>
          </p:cNvPr>
          <p:cNvCxnSpPr>
            <a:cxnSpLocks/>
          </p:cNvCxnSpPr>
          <p:nvPr/>
        </p:nvCxnSpPr>
        <p:spPr>
          <a:xfrm>
            <a:off x="520987" y="4898059"/>
            <a:ext cx="320039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E8A8C4-841F-1924-D5D2-102336282D0E}"/>
              </a:ext>
            </a:extLst>
          </p:cNvPr>
          <p:cNvCxnSpPr>
            <a:cxnSpLocks/>
          </p:cNvCxnSpPr>
          <p:nvPr/>
        </p:nvCxnSpPr>
        <p:spPr>
          <a:xfrm>
            <a:off x="520987" y="5220580"/>
            <a:ext cx="320039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14F1163-783B-6429-71D8-1DD34D65BC0C}"/>
              </a:ext>
            </a:extLst>
          </p:cNvPr>
          <p:cNvCxnSpPr>
            <a:cxnSpLocks/>
          </p:cNvCxnSpPr>
          <p:nvPr/>
        </p:nvCxnSpPr>
        <p:spPr>
          <a:xfrm>
            <a:off x="2353322" y="4465667"/>
            <a:ext cx="141059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4FCAA13-33F3-F566-1AF8-70535F29D890}"/>
              </a:ext>
            </a:extLst>
          </p:cNvPr>
          <p:cNvCxnSpPr>
            <a:cxnSpLocks/>
          </p:cNvCxnSpPr>
          <p:nvPr/>
        </p:nvCxnSpPr>
        <p:spPr>
          <a:xfrm>
            <a:off x="563522" y="3958848"/>
            <a:ext cx="141059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7CFC891-9A64-A314-78B6-B10A6B6EB51A}"/>
              </a:ext>
            </a:extLst>
          </p:cNvPr>
          <p:cNvCxnSpPr>
            <a:cxnSpLocks/>
          </p:cNvCxnSpPr>
          <p:nvPr/>
        </p:nvCxnSpPr>
        <p:spPr>
          <a:xfrm>
            <a:off x="1733107" y="2899138"/>
            <a:ext cx="198827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435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Conor Brown</dc:creator>
  <cp:lastModifiedBy>Conor Brown</cp:lastModifiedBy>
  <cp:revision>2</cp:revision>
  <dcterms:created xsi:type="dcterms:W3CDTF">2026-08-27T10:25:38Z</dcterms:created>
  <dcterms:modified xsi:type="dcterms:W3CDTF">2026-08-27T10:39:20Z</dcterms:modified>
</cp:coreProperties>
</file>